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ango AC" charset="1" panose="00000000000000000000"/>
      <p:regular r:id="rId21"/>
    </p:embeddedFont>
    <p:embeddedFont>
      <p:font typeface="Arimo" charset="1" panose="020B0604020202020204"/>
      <p:regular r:id="rId22"/>
    </p:embeddedFont>
    <p:embeddedFont>
      <p:font typeface="Arimo Bold" charset="1" panose="020B07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2700000">
            <a:off x="7733821" y="-1374861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2120958" y="3165530"/>
                </a:moveTo>
                <a:lnTo>
                  <a:pt x="0" y="3165530"/>
                </a:lnTo>
                <a:lnTo>
                  <a:pt x="0" y="0"/>
                </a:lnTo>
                <a:lnTo>
                  <a:pt x="2120958" y="0"/>
                </a:lnTo>
                <a:lnTo>
                  <a:pt x="2120958" y="316553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56599" y="3321077"/>
            <a:ext cx="15374803" cy="321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12621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PLANT</a:t>
            </a:r>
          </a:p>
          <a:p>
            <a:pPr algn="ctr">
              <a:lnSpc>
                <a:spcPts val="11359"/>
              </a:lnSpc>
            </a:pPr>
            <a:r>
              <a:rPr lang="en-US" sz="12621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CARE MANAGER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34186" y="6710944"/>
            <a:ext cx="7219628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35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Presented by Group 36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18783" y="7326259"/>
            <a:ext cx="8050433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35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Object Oriented Programming (AI3101)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2700000">
            <a:off x="7733821" y="-1374861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2120958" y="3165530"/>
                </a:moveTo>
                <a:lnTo>
                  <a:pt x="0" y="3165530"/>
                </a:lnTo>
                <a:lnTo>
                  <a:pt x="0" y="0"/>
                </a:lnTo>
                <a:lnTo>
                  <a:pt x="2120958" y="0"/>
                </a:lnTo>
                <a:lnTo>
                  <a:pt x="2120958" y="316553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92472" y="1967246"/>
            <a:ext cx="7611280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OUR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56788" y="3510809"/>
            <a:ext cx="7184032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3599"/>
              </a:lnSpc>
              <a:buFont typeface="Arial"/>
              <a:buChar char="•"/>
            </a:pPr>
            <a:r>
              <a:rPr lang="en-US" sz="35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Prithviraj Patil (SE23UARI141)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84269" y="5231619"/>
            <a:ext cx="8263734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3599"/>
              </a:lnSpc>
              <a:buFont typeface="Arial"/>
              <a:buChar char="•"/>
            </a:pPr>
            <a:r>
              <a:rPr lang="en-US" sz="35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Ritwick Sharma (SE23UARI105)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56788" y="4321029"/>
            <a:ext cx="7446964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3599"/>
              </a:lnSpc>
              <a:buFont typeface="Arial"/>
              <a:buChar char="•"/>
            </a:pPr>
            <a:r>
              <a:rPr lang="en-US" sz="35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Anush Mohanty (SE23UARI011)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84269" y="6843249"/>
            <a:ext cx="7934021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3599"/>
              </a:lnSpc>
              <a:buFont typeface="Arial"/>
              <a:buChar char="•"/>
            </a:pPr>
            <a:r>
              <a:rPr lang="en-US" sz="35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Rishab Mahendra (SE23UARI102)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284269" y="6037434"/>
            <a:ext cx="8032935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3599"/>
              </a:lnSpc>
              <a:buFont typeface="Arial"/>
              <a:buChar char="•"/>
            </a:pPr>
            <a:r>
              <a:rPr lang="en-US" sz="35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Sathvik Voleti (SE23UARI113)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43085" y="289222"/>
            <a:ext cx="8209643" cy="348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PROBLEM STATEMENT</a:t>
            </a:r>
          </a:p>
          <a:p>
            <a:pPr algn="ctr">
              <a:lnSpc>
                <a:spcPts val="849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97092" y="2744683"/>
            <a:ext cx="15229561" cy="556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Challenge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Keeping track of different watering schedules for multiple plants is difficult.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Paper logs are easily lost or damaged.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Users often forget when they last watered their plants.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Solution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A digital Plant Care Manager that centralizes plant data.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Provides distinct Water Now tracking and Check Due logic to identify neglected plants instantly.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064391" y="312679"/>
            <a:ext cx="10159217" cy="241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INPUT PARAMETERS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61883" y="2943163"/>
            <a:ext cx="15718837" cy="49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The application accepts the following inputs via Dialogs and Forms: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Plant Identity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Name: (Plant Name) → JTextField.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Species: (Plant Species) → JTextField.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Care Schedule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Watering Interval: (Selection of days) → JComboBox.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User Notes</a:t>
            </a:r>
          </a:p>
          <a:p>
            <a:pPr algn="l" marL="1511298" indent="-503766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Care Log: (Text Notes) → JTextArea.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94807" y="2130580"/>
            <a:ext cx="10159217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APPROACH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614849"/>
            <a:ext cx="15874735" cy="43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Core Technology: Java Swing (GUI) &amp; AWT (Layouts).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Layout Management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BorderLayout: Used for the main window structure (West/Center/East).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BoxLayout: Used for the right-side Action panel to stack buttons vertically.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GridLayout: Used for the Quick Actions panel.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DefaultListModel: Manages the dynamic list of plants, allowing real-time updates.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117097" y="1985627"/>
            <a:ext cx="10053807" cy="6396735"/>
          </a:xfrm>
          <a:custGeom>
            <a:avLst/>
            <a:gdLst/>
            <a:ahLst/>
            <a:cxnLst/>
            <a:rect r="r" b="b" t="t" l="l"/>
            <a:pathLst>
              <a:path h="6396735" w="10053807">
                <a:moveTo>
                  <a:pt x="0" y="0"/>
                </a:moveTo>
                <a:lnTo>
                  <a:pt x="10053806" y="0"/>
                </a:lnTo>
                <a:lnTo>
                  <a:pt x="10053806" y="6396734"/>
                </a:lnTo>
                <a:lnTo>
                  <a:pt x="0" y="639673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064391" y="203522"/>
            <a:ext cx="10159217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64391" y="203522"/>
            <a:ext cx="10159217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328822"/>
            <a:ext cx="15874735" cy="618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Plant List (Left Panel)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A scrollable list of all registered plants using JList.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Details View (Center Panel)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A JLabel displays bold names and formatted dates.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Editable Notes: A persistent text area to read/write notes for the selected plant.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Action Panel (Right Panel)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Quick Actions: Buttons to Water Now, Update Interval, and Check Due.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Pop-up Feedback: JOptionPane dialogs provide confirmation for saves, adds, and alerts.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4391" y="104775"/>
            <a:ext cx="10159217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 MEMBER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9457" y="2613989"/>
            <a:ext cx="14749085" cy="49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Role: Logic &amp; Action Buttons (Right Panel)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Quick Actions UI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Designed the right panel using BoxLayout and GridLayout to stack control buttons neatly.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Watering Logic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Implemented the waterNow action to update the lastWatered timestamp.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Check Due Algorithm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Developed the logic to iterate through the list, calculate date differences, and identify plants overdue for watering, displaying them in a summary dialog.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687807" y="1449809"/>
            <a:ext cx="291238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SE23UARI141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4391" y="104775"/>
            <a:ext cx="10159217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MEMBER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5525" y="2935287"/>
            <a:ext cx="16271806" cy="43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Role: List Management (Left Panel)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Model Integration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Implemented DefaultListModel&lt;Plant&gt; to allow dynamic addition and removal of plant objects.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Component Implementation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Configured the JList and wrapped it in a JScrollPane to handle overflow.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Selection Logic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Added the ListSelectionListener to detect user clicks and trigger updates in the Detail and Note panels.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687807" y="1449809"/>
            <a:ext cx="291238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SE23UARI011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4391" y="104775"/>
            <a:ext cx="10159217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MEMBER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7199" y="2978288"/>
            <a:ext cx="16453602" cy="43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Role: System Architecture &amp; Main Layout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Frame Setup: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 Implemented the PlantCareManagerSimple class extending JFrame.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Window Properties: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 Configured setSize(800, 480), setDefaultCloseOperation, and centering logic.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Root Layout: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 Established the primary BorderLayout container to divide the application into three distinct functional zones (West, Center, East).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687807" y="1449809"/>
            <a:ext cx="291238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SE23UARI105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01943" y="104775"/>
            <a:ext cx="13326816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MEMBER 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687807" y="1449809"/>
            <a:ext cx="291238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SE23UARI113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7199" y="2978288"/>
            <a:ext cx="16453602" cy="43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Role: Data Modeling 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Plant Class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Designed the Plant class to encapsulate private attributes: name, species, intervalDays, and lastWatered.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Date Handling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Implemented java.util.Date to track the exact timestamp of watering events.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Formatting Logic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Created the detailString() method to generate user-friendly output for the UI, converting raw dates into readable formats.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80592" y="104775"/>
            <a:ext cx="13326816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MEMBER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6717" y="3178603"/>
            <a:ext cx="16135035" cy="43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Role: Detail View &amp; Notes (Center Panel)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Information Display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Implemented the JLabel for showing plant details, utilizing HTML for bold text and line breaks.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Notes System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Integrated JTextArea with line-wrapping (setLineWrap) for user logs.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A6C45"/>
                </a:solidFill>
                <a:latin typeface="Arimo Bold"/>
                <a:ea typeface="Arimo Bold"/>
                <a:cs typeface="Arimo Bold"/>
                <a:sym typeface="Arimo Bold"/>
              </a:rPr>
              <a:t>Persistence Logic</a:t>
            </a: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: Coded the Save Notes button ActionListener to write text back to the Plant object and confirm via JOptionPane.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687807" y="1449809"/>
            <a:ext cx="291238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SE23UARI102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2700000">
            <a:off x="7733821" y="-1374861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2120958" y="3165530"/>
                </a:moveTo>
                <a:lnTo>
                  <a:pt x="0" y="3165530"/>
                </a:lnTo>
                <a:lnTo>
                  <a:pt x="0" y="0"/>
                </a:lnTo>
                <a:lnTo>
                  <a:pt x="2120958" y="0"/>
                </a:lnTo>
                <a:lnTo>
                  <a:pt x="2120958" y="316553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80592" y="2980695"/>
            <a:ext cx="13326816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18209" y="4694140"/>
            <a:ext cx="11057454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The application successfully solves the problem of plant tracking using a clean, event-driven Swing interface.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12337" y="4907859"/>
            <a:ext cx="1057918" cy="8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8"/>
              </a:lnSpc>
            </a:pPr>
            <a:r>
              <a:rPr lang="en-US" sz="6087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1.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18209" y="6176005"/>
            <a:ext cx="11057454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It demonstrates mastery of Layout Managers, Listeners, and Object-Oriented principles.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12337" y="6389724"/>
            <a:ext cx="1057918" cy="8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8"/>
              </a:lnSpc>
            </a:pPr>
            <a:r>
              <a:rPr lang="en-US" sz="6087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2.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2700000">
            <a:off x="7733821" y="-1374861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2120958" y="3165530"/>
                </a:moveTo>
                <a:lnTo>
                  <a:pt x="0" y="3165530"/>
                </a:lnTo>
                <a:lnTo>
                  <a:pt x="0" y="0"/>
                </a:lnTo>
                <a:lnTo>
                  <a:pt x="2120958" y="0"/>
                </a:lnTo>
                <a:lnTo>
                  <a:pt x="2120958" y="316553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69847" y="2466186"/>
            <a:ext cx="13326816" cy="1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944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FUTURE SCOPE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036889" y="4034644"/>
            <a:ext cx="12263326" cy="1149350"/>
            <a:chOff x="0" y="0"/>
            <a:chExt cx="16351102" cy="153246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607830" y="-85725"/>
              <a:ext cx="14743272" cy="1618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3A6C45"/>
                  </a:solidFill>
                  <a:latin typeface="Arimo"/>
                  <a:ea typeface="Arimo"/>
                  <a:cs typeface="Arimo"/>
                  <a:sym typeface="Arimo"/>
                </a:rPr>
                <a:t>Persistence: Save data to a file or database so it survives application restarts.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51609"/>
              <a:ext cx="1410557" cy="117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</a:pPr>
              <a:r>
                <a:rPr lang="en-US" sz="6087">
                  <a:solidFill>
                    <a:srgbClr val="3A6C45"/>
                  </a:solidFill>
                  <a:latin typeface="Mango AC"/>
                  <a:ea typeface="Mango AC"/>
                  <a:cs typeface="Mango AC"/>
                  <a:sym typeface="Mango AC"/>
                </a:rPr>
                <a:t>1.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242761" y="5399760"/>
            <a:ext cx="11057454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Images: Allow users to upload photos of their actual plants.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36889" y="5646103"/>
            <a:ext cx="1057918" cy="8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8"/>
              </a:lnSpc>
            </a:pPr>
            <a:r>
              <a:rPr lang="en-US" sz="6087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2.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207464" y="6772300"/>
            <a:ext cx="11057454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A6C45"/>
                </a:solidFill>
                <a:latin typeface="Arimo"/>
                <a:ea typeface="Arimo"/>
                <a:cs typeface="Arimo"/>
                <a:sym typeface="Arimo"/>
              </a:rPr>
              <a:t>Reminders: Background threads to trigger popup notifications when a plant becomes due.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36889" y="6977736"/>
            <a:ext cx="1057918" cy="8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8"/>
              </a:lnSpc>
            </a:pPr>
            <a:r>
              <a:rPr lang="en-US" sz="6087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3.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786006">
            <a:off x="14628122" y="1538300"/>
            <a:ext cx="6206045" cy="2981176"/>
          </a:xfrm>
          <a:custGeom>
            <a:avLst/>
            <a:gdLst/>
            <a:ahLst/>
            <a:cxnLst/>
            <a:rect r="r" b="b" t="t" l="l"/>
            <a:pathLst>
              <a:path h="2981176" w="6206045">
                <a:moveTo>
                  <a:pt x="6206045" y="2981176"/>
                </a:moveTo>
                <a:lnTo>
                  <a:pt x="0" y="2981176"/>
                </a:lnTo>
                <a:lnTo>
                  <a:pt x="0" y="0"/>
                </a:lnTo>
                <a:lnTo>
                  <a:pt x="6206045" y="0"/>
                </a:lnTo>
                <a:lnTo>
                  <a:pt x="6206045" y="2981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25">
            <a:off x="13735331" y="-2359404"/>
            <a:ext cx="5292525" cy="5134615"/>
          </a:xfrm>
          <a:custGeom>
            <a:avLst/>
            <a:gdLst/>
            <a:ahLst/>
            <a:cxnLst/>
            <a:rect r="r" b="b" t="t" l="l"/>
            <a:pathLst>
              <a:path h="5134615" w="5292525">
                <a:moveTo>
                  <a:pt x="0" y="0"/>
                </a:moveTo>
                <a:lnTo>
                  <a:pt x="5292525" y="0"/>
                </a:lnTo>
                <a:lnTo>
                  <a:pt x="5292525" y="5134615"/>
                </a:lnTo>
                <a:lnTo>
                  <a:pt x="0" y="5134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8165">
            <a:off x="-2534965" y="-78780"/>
            <a:ext cx="5198133" cy="3229812"/>
          </a:xfrm>
          <a:custGeom>
            <a:avLst/>
            <a:gdLst/>
            <a:ahLst/>
            <a:cxnLst/>
            <a:rect r="r" b="b" t="t" l="l"/>
            <a:pathLst>
              <a:path h="3229812" w="5198133">
                <a:moveTo>
                  <a:pt x="0" y="0"/>
                </a:moveTo>
                <a:lnTo>
                  <a:pt x="5198133" y="0"/>
                </a:lnTo>
                <a:lnTo>
                  <a:pt x="5198133" y="3229812"/>
                </a:lnTo>
                <a:lnTo>
                  <a:pt x="0" y="3229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39412">
            <a:off x="-2119415" y="-3601808"/>
            <a:ext cx="6114040" cy="5996281"/>
          </a:xfrm>
          <a:custGeom>
            <a:avLst/>
            <a:gdLst/>
            <a:ahLst/>
            <a:cxnLst/>
            <a:rect r="r" b="b" t="t" l="l"/>
            <a:pathLst>
              <a:path h="5996281" w="6114040">
                <a:moveTo>
                  <a:pt x="0" y="0"/>
                </a:moveTo>
                <a:lnTo>
                  <a:pt x="6114040" y="0"/>
                </a:lnTo>
                <a:lnTo>
                  <a:pt x="6114040" y="5996281"/>
                </a:lnTo>
                <a:lnTo>
                  <a:pt x="0" y="5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1594" y="1980743"/>
            <a:ext cx="3180283" cy="1976040"/>
          </a:xfrm>
          <a:custGeom>
            <a:avLst/>
            <a:gdLst/>
            <a:ahLst/>
            <a:cxnLst/>
            <a:rect r="r" b="b" t="t" l="l"/>
            <a:pathLst>
              <a:path h="1976040" w="3180283">
                <a:moveTo>
                  <a:pt x="0" y="0"/>
                </a:moveTo>
                <a:lnTo>
                  <a:pt x="3180282" y="0"/>
                </a:lnTo>
                <a:lnTo>
                  <a:pt x="3180282" y="1976040"/>
                </a:lnTo>
                <a:lnTo>
                  <a:pt x="0" y="1976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891932">
            <a:off x="2675313" y="-1722321"/>
            <a:ext cx="2325458" cy="2859024"/>
          </a:xfrm>
          <a:custGeom>
            <a:avLst/>
            <a:gdLst/>
            <a:ahLst/>
            <a:cxnLst/>
            <a:rect r="r" b="b" t="t" l="l"/>
            <a:pathLst>
              <a:path h="2859024" w="2325458">
                <a:moveTo>
                  <a:pt x="0" y="0"/>
                </a:moveTo>
                <a:lnTo>
                  <a:pt x="2325458" y="0"/>
                </a:lnTo>
                <a:lnTo>
                  <a:pt x="2325458" y="2859024"/>
                </a:lnTo>
                <a:lnTo>
                  <a:pt x="0" y="2859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18622" y="8239058"/>
            <a:ext cx="3987437" cy="3091087"/>
          </a:xfrm>
          <a:custGeom>
            <a:avLst/>
            <a:gdLst/>
            <a:ahLst/>
            <a:cxnLst/>
            <a:rect r="r" b="b" t="t" l="l"/>
            <a:pathLst>
              <a:path h="3091087" w="3987437">
                <a:moveTo>
                  <a:pt x="0" y="0"/>
                </a:moveTo>
                <a:lnTo>
                  <a:pt x="3987437" y="0"/>
                </a:lnTo>
                <a:lnTo>
                  <a:pt x="3987437" y="3091088"/>
                </a:lnTo>
                <a:lnTo>
                  <a:pt x="0" y="3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314954" y="5657769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0" y="0"/>
                </a:moveTo>
                <a:lnTo>
                  <a:pt x="2120958" y="0"/>
                </a:lnTo>
                <a:lnTo>
                  <a:pt x="2120958" y="3165530"/>
                </a:lnTo>
                <a:lnTo>
                  <a:pt x="0" y="31655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2700000">
            <a:off x="7733821" y="-1374861"/>
            <a:ext cx="2120958" cy="3165530"/>
          </a:xfrm>
          <a:custGeom>
            <a:avLst/>
            <a:gdLst/>
            <a:ahLst/>
            <a:cxnLst/>
            <a:rect r="r" b="b" t="t" l="l"/>
            <a:pathLst>
              <a:path h="3165530" w="2120958">
                <a:moveTo>
                  <a:pt x="2120958" y="3165530"/>
                </a:moveTo>
                <a:lnTo>
                  <a:pt x="0" y="3165530"/>
                </a:lnTo>
                <a:lnTo>
                  <a:pt x="0" y="0"/>
                </a:lnTo>
                <a:lnTo>
                  <a:pt x="2120958" y="0"/>
                </a:lnTo>
                <a:lnTo>
                  <a:pt x="2120958" y="316553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60413" y="539402"/>
            <a:ext cx="2489113" cy="2291006"/>
          </a:xfrm>
          <a:custGeom>
            <a:avLst/>
            <a:gdLst/>
            <a:ahLst/>
            <a:cxnLst/>
            <a:rect r="r" b="b" t="t" l="l"/>
            <a:pathLst>
              <a:path h="2291006" w="2489113">
                <a:moveTo>
                  <a:pt x="0" y="0"/>
                </a:moveTo>
                <a:lnTo>
                  <a:pt x="2489113" y="0"/>
                </a:lnTo>
                <a:lnTo>
                  <a:pt x="2489113" y="2291006"/>
                </a:lnTo>
                <a:lnTo>
                  <a:pt x="0" y="2291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48004" y="-1791585"/>
            <a:ext cx="2180755" cy="2665367"/>
          </a:xfrm>
          <a:custGeom>
            <a:avLst/>
            <a:gdLst/>
            <a:ahLst/>
            <a:cxnLst/>
            <a:rect r="r" b="b" t="t" l="l"/>
            <a:pathLst>
              <a:path h="2665367" w="2180755">
                <a:moveTo>
                  <a:pt x="0" y="0"/>
                </a:moveTo>
                <a:lnTo>
                  <a:pt x="2180754" y="0"/>
                </a:lnTo>
                <a:lnTo>
                  <a:pt x="2180754" y="2665367"/>
                </a:lnTo>
                <a:lnTo>
                  <a:pt x="0" y="26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20036">
            <a:off x="11843301" y="8471739"/>
            <a:ext cx="2367928" cy="2625726"/>
          </a:xfrm>
          <a:custGeom>
            <a:avLst/>
            <a:gdLst/>
            <a:ahLst/>
            <a:cxnLst/>
            <a:rect r="r" b="b" t="t" l="l"/>
            <a:pathLst>
              <a:path h="2625726" w="2367928">
                <a:moveTo>
                  <a:pt x="0" y="0"/>
                </a:moveTo>
                <a:lnTo>
                  <a:pt x="2367927" y="0"/>
                </a:lnTo>
                <a:lnTo>
                  <a:pt x="2367927" y="2625726"/>
                </a:lnTo>
                <a:lnTo>
                  <a:pt x="0" y="26257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828172">
            <a:off x="16275069" y="-698252"/>
            <a:ext cx="2232277" cy="2475307"/>
          </a:xfrm>
          <a:custGeom>
            <a:avLst/>
            <a:gdLst/>
            <a:ahLst/>
            <a:cxnLst/>
            <a:rect r="r" b="b" t="t" l="l"/>
            <a:pathLst>
              <a:path h="2475307" w="2232277">
                <a:moveTo>
                  <a:pt x="0" y="0"/>
                </a:moveTo>
                <a:lnTo>
                  <a:pt x="2232276" y="0"/>
                </a:lnTo>
                <a:lnTo>
                  <a:pt x="2232276" y="2475307"/>
                </a:lnTo>
                <a:lnTo>
                  <a:pt x="0" y="24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409900" y="3380937"/>
            <a:ext cx="9468201" cy="369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70"/>
              </a:lnSpc>
            </a:pPr>
            <a:r>
              <a:rPr lang="en-US" sz="1452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THANK</a:t>
            </a:r>
          </a:p>
          <a:p>
            <a:pPr algn="ctr">
              <a:lnSpc>
                <a:spcPts val="13070"/>
              </a:lnSpc>
            </a:pPr>
            <a:r>
              <a:rPr lang="en-US" sz="14522">
                <a:solidFill>
                  <a:srgbClr val="3A6C45"/>
                </a:solidFill>
                <a:latin typeface="Mango AC"/>
                <a:ea typeface="Mango AC"/>
                <a:cs typeface="Mango AC"/>
                <a:sym typeface="Mango AC"/>
              </a:rPr>
              <a:t>YOU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15856" y="8707873"/>
            <a:ext cx="8621326" cy="5356783"/>
          </a:xfrm>
          <a:custGeom>
            <a:avLst/>
            <a:gdLst/>
            <a:ahLst/>
            <a:cxnLst/>
            <a:rect r="r" b="b" t="t" l="l"/>
            <a:pathLst>
              <a:path h="5356783" w="8621326">
                <a:moveTo>
                  <a:pt x="0" y="0"/>
                </a:moveTo>
                <a:lnTo>
                  <a:pt x="8621326" y="0"/>
                </a:lnTo>
                <a:lnTo>
                  <a:pt x="8621326" y="5356783"/>
                </a:lnTo>
                <a:lnTo>
                  <a:pt x="0" y="5356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5525" y="9395318"/>
            <a:ext cx="1724322" cy="1783365"/>
          </a:xfrm>
          <a:custGeom>
            <a:avLst/>
            <a:gdLst/>
            <a:ahLst/>
            <a:cxnLst/>
            <a:rect r="r" b="b" t="t" l="l"/>
            <a:pathLst>
              <a:path h="1783365" w="1724322">
                <a:moveTo>
                  <a:pt x="0" y="0"/>
                </a:moveTo>
                <a:lnTo>
                  <a:pt x="1724322" y="0"/>
                </a:lnTo>
                <a:lnTo>
                  <a:pt x="1724322" y="1783364"/>
                </a:lnTo>
                <a:lnTo>
                  <a:pt x="0" y="17833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67167" y="9573441"/>
            <a:ext cx="2554134" cy="2350853"/>
          </a:xfrm>
          <a:custGeom>
            <a:avLst/>
            <a:gdLst/>
            <a:ahLst/>
            <a:cxnLst/>
            <a:rect r="r" b="b" t="t" l="l"/>
            <a:pathLst>
              <a:path h="2350853" w="2554134">
                <a:moveTo>
                  <a:pt x="0" y="0"/>
                </a:moveTo>
                <a:lnTo>
                  <a:pt x="2554135" y="0"/>
                </a:lnTo>
                <a:lnTo>
                  <a:pt x="2554135" y="2350852"/>
                </a:lnTo>
                <a:lnTo>
                  <a:pt x="0" y="23508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DAG7ciB0T2Q</dc:identifier>
  <dcterms:modified xsi:type="dcterms:W3CDTF">2011-08-01T06:04:30Z</dcterms:modified>
  <cp:revision>1</cp:revision>
  <dc:title>Green Abstract Plant Organic Group Project Presentation</dc:title>
</cp:coreProperties>
</file>